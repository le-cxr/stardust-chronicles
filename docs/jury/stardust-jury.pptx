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128016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星尘编年史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一张能核对来源的周期表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181818"/>
          </a:solidFill>
          <a:ln w="15875">
            <a:solidFill>
              <a:srgbClr val="6E5A2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391363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8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CIAAW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10712" y="3794760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181818"/>
          </a:solidFill>
          <a:ln w="15875">
            <a:solidFill>
              <a:srgbClr val="6E5A2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10712" y="391363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8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NIST 强线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98464" y="3794760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181818"/>
          </a:solidFill>
          <a:ln w="15875">
            <a:solidFill>
              <a:srgbClr val="6E5A2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98464" y="391363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8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无则留空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徽章入场 0:03–0:05  ·  结束卡复现 0:26–0:30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68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le-cxr.github.io/stardust-chronicles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  /  08</a:t>
            </a:r>
            <a:endParaRPr lang="en-US" sz="1100" dirty="0"/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8A8680"/>
                </a:solidFill>
                <a:latin typeface="Noto Sans CJK SC"/>
                <a:ea typeface="Noto Sans CJK SC"/>
              </a:rPr>
              <a:t>Na 碱金属 · Au 过渡 · Og 稀有气体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A88B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82296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200" kern="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凭什么信这张表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297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来源写得出，没有就不写。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A88B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数据从哪来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82296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19456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468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CIAAW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9319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原子量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有标准值才写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54880" y="2468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NIST 强线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54880" y="39319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可见谱线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可见线摘自强线表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46720" y="219456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66760" y="2468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6676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留空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66760" y="39319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无文献则留空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查不到就不填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88B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  ·  有数据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Na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429768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钠  ·  Z 11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377440"/>
            <a:ext cx="109728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78892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2788920"/>
            <a:ext cx="73152" cy="2468880"/>
          </a:xfrm>
          <a:prstGeom prst="rect">
            <a:avLst/>
          </a:prstGeom>
          <a:solidFill>
            <a:srgbClr val="C9A84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88720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黄焰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焰色亮黄。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 线极强，痕量即可盖住别色。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35040" y="278892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035040" y="2788920"/>
            <a:ext cx="73152" cy="2468880"/>
          </a:xfrm>
          <a:prstGeom prst="rect">
            <a:avLst/>
          </a:prstGeom>
          <a:solidFill>
            <a:srgbClr val="C9A84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0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D 线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0" y="379476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NIST 强线可见。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定性核对，不另编波长表。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88B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  ·  钩子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Au</a:t>
            </a:r>
            <a:endParaRPr lang="en-US" sz="6800" dirty="0"/>
          </a:p>
        </p:txBody>
      </p:sp>
      <p:sp>
        <p:nvSpPr>
          <p:cNvPr id="4" name="Text 2"/>
          <p:cNvSpPr/>
          <p:nvPr/>
        </p:nvSpPr>
        <p:spPr>
          <a:xfrm>
            <a:off x="4114800" y="1143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金  ·  Z 79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19050">
            <a:solidFill>
              <a:srgbClr val="6E5A2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谱线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143000" y="3931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NIST 强线可见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有可核对照的线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6280" y="2103120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用途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46320" y="3931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首饰与储备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电子触点、键合线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0" y="2103120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964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4964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故事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549640" y="39319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人类最早认识的金属之一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仍可查谱线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05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88B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  ·  留空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Og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4389120" y="1417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鿫  ·  Z 118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109728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97480"/>
            <a:ext cx="10515600" cy="960120"/>
          </a:xfrm>
          <a:prstGeom prst="roundRect">
            <a:avLst>
              <a:gd name="adj" fmla="val 5714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88720" y="29535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6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标准原子量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0" y="2953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 ·  CIAAW 无标准值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10515600" cy="960120"/>
          </a:xfrm>
          <a:prstGeom prst="roundRect">
            <a:avLst>
              <a:gd name="adj" fmla="val 5714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88720" y="40965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6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可见强线示例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029200" y="4096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4B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 ·  NIST 强线表无收录示例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没有就空着。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06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A88B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演示路径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 秒黄金路径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82296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286000"/>
            <a:ext cx="2148840" cy="2560320"/>
          </a:xfrm>
          <a:prstGeom prst="roundRect">
            <a:avLst>
              <a:gd name="adj" fmla="val 4255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651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114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起点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32461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286000"/>
            <a:ext cx="2148840" cy="2560320"/>
          </a:xfrm>
          <a:prstGeom prst="roundRect">
            <a:avLst>
              <a:gd name="adj" fmla="val 4255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2651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Fe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52044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4114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32461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286000"/>
            <a:ext cx="2148840" cy="2560320"/>
          </a:xfrm>
          <a:prstGeom prst="roundRect">
            <a:avLst>
              <a:gd name="adj" fmla="val 4255"/>
            </a:avLst>
          </a:prstGeom>
          <a:solidFill>
            <a:srgbClr val="181818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2651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Au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17220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金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63640" y="4114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钩子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2461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5A2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823960" y="2286000"/>
            <a:ext cx="2148840" cy="2560320"/>
          </a:xfrm>
          <a:prstGeom prst="roundRect">
            <a:avLst>
              <a:gd name="adj" fmla="val 4255"/>
            </a:avLst>
          </a:prstGeom>
          <a:solidFill>
            <a:srgbClr val="181818"/>
          </a:solidFill>
          <a:ln w="19050">
            <a:solidFill>
              <a:srgbClr val="6E5A2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23960" y="265176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Og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823960" y="35661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鿫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15400" y="41148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旁路 · 留空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旁注：完整片 1′52″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07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4920" y="1828800"/>
            <a:ext cx="201168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7200" b="1" spc="600" kern="0" dirty="0">
                <a:solidFill>
                  <a:srgbClr val="C9A84C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核对入口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C4B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le-cxr.github.io/stardust-chronicles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68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github.com/LE-CXR/stardust-chronicles</a:t>
            </a:r>
            <a:endParaRPr lang="en-US" sz="1500" dirty="0"/>
          </a:p>
        </p:txBody>
      </p:sp>
      <p:sp>
        <p:nvSpPr>
          <p:cNvPr id="8" name="Text tip"/>
          <p:cNvSpPr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1400" dirty="0">
                <a:solidFill>
                  <a:srgbClr val="8A86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点选：同族同声，共 10 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800" dirty="0">
                <a:solidFill>
                  <a:srgbClr val="F2EFE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谢谢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607040" y="6446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75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08  /  08</a:t>
            </a:r>
            <a:endParaRPr lang="en-US" sz="11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星尘编年史 · 开场板与答辩</dc:title>
  <dc:subject>一张可以核对的元素周期表</dc:subject>
  <dc:creator>LE-CXR</dc:creator>
  <cp:lastModifiedBy>LE-CXR</cp:lastModifiedBy>
  <cp:revision>1</cp:revision>
  <dcterms:created xsi:type="dcterms:W3CDTF">2026-10-26T02:43:12Z</dcterms:created>
  <dcterms:modified xsi:type="dcterms:W3CDTF">2026-10-26T02:43:12Z</dcterms:modified>
</cp:coreProperties>
</file>