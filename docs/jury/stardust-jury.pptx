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28016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星尘编年史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一张可以核对的元素周期表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181818"/>
          </a:solidFill>
          <a:ln w="15875">
            <a:solidFill>
              <a:srgbClr val="6E5A2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39136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CIAAW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0712" y="379476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181818"/>
          </a:solidFill>
          <a:ln w="15875">
            <a:solidFill>
              <a:srgbClr val="6E5A2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10712" y="39136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NIST 强线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98464" y="379476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181818"/>
          </a:solidFill>
          <a:ln w="15875">
            <a:solidFill>
              <a:srgbClr val="6E5A2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98464" y="39136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留空不假造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7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徽章入场 0:03–0:05  ·  结束卡复现 0:26–0:30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le-cxr.github.io/stardust-chronicles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A88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82296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裁判为什么该信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200" kern="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一张网页周期表？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可核对、不编造。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A88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数据从哪来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82296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9456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CIAAW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原子量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有标准值才写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NIST 强线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可见谱线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节选自强线表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667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留空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6676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无文献则留空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不要编数字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88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  ·  有数据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8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2976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钠  ·  Z 11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9728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78892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788920"/>
            <a:ext cx="73152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黄焰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88720" y="3794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焰色亮黄。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线极强，痕量即可盖住别色。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78892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35040" y="2788920"/>
            <a:ext cx="73152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D 线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3794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NIST 强线可见。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定性核对，不另编波长表。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88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  ·  钩子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C9A8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1148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金  ·  Z 79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383280" cy="3520440"/>
          </a:xfrm>
          <a:prstGeom prst="roundRect">
            <a:avLst>
              <a:gd name="adj" fmla="val 2703"/>
            </a:avLst>
          </a:prstGeom>
          <a:solidFill>
            <a:srgbClr val="181818"/>
          </a:solidFill>
          <a:ln w="19050">
            <a:solidFill>
              <a:srgbClr val="6E5A2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谱线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NIST 强线可见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有可核对照的线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2103120"/>
            <a:ext cx="3383280" cy="3520440"/>
          </a:xfrm>
          <a:prstGeom prst="roundRect">
            <a:avLst>
              <a:gd name="adj" fmla="val 2703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用途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3931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首饰与储备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电子触点、键合线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103120"/>
            <a:ext cx="3383280" cy="3520440"/>
          </a:xfrm>
          <a:prstGeom prst="roundRect">
            <a:avLst>
              <a:gd name="adj" fmla="val 2703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496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4964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549640" y="3931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人类最早认识的金属之一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可核对，不是神话卡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88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  ·  诚实留空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C9A8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Og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438912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鿫  ·  Z 118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9728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9748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8720" y="2953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6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标准原子量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2953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 ·  CIAAW 无标准值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88720" y="4096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68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可见强线示例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4096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4B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 ·  NIST 强线表无收录示例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科学分来自空白，不是特效。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A88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演示路径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30 秒黄金路径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82296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28600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651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起点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228600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20440" y="2651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2044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2651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7220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钩子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5A2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823960" y="2286000"/>
            <a:ext cx="2148840" cy="2560320"/>
          </a:xfrm>
          <a:prstGeom prst="roundRect">
            <a:avLst>
              <a:gd name="adj" fmla="val 4255"/>
            </a:avLst>
          </a:prstGeom>
          <a:solidFill>
            <a:srgbClr val="181818"/>
          </a:solidFill>
          <a:ln w="19050">
            <a:solidFill>
              <a:srgbClr val="6E5A2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23960" y="2651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Og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82396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鿫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1540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旁路 · 留空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旁注：完整片 1′52″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828800"/>
            <a:ext cx="201168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C9A8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可核对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C4B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le-cxr.github.io/stardust-chronicles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68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github.com/LE-CXR/stardust-chronicles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607040" y="6446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75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08  /  08</a:t>
            </a:r>
            <a:endParaRPr lang="en-US" sz="1100" dirty="0"/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星尘编年史 · 开场板与答辩</dc:title>
  <dc:subject>一张可以核对的元素周期表</dc:subject>
  <dc:creator>LE-CXR</dc:creator>
  <cp:lastModifiedBy>LE-CXR</cp:lastModifiedBy>
  <cp:revision>1</cp:revision>
  <dcterms:created xsi:type="dcterms:W3CDTF">2026-10-26T02:43:12Z</dcterms:created>
  <dcterms:modified xsi:type="dcterms:W3CDTF">2026-10-26T02:43:12Z</dcterms:modified>
</cp:coreProperties>
</file>